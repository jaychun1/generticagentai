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80479"/>
  </p:normalViewPr>
  <p:slideViewPr>
    <p:cSldViewPr snapToGrid="0">
      <p:cViewPr varScale="1">
        <p:scale>
          <a:sx n="95" d="100"/>
          <a:sy n="95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7948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869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411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097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708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676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763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724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6063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270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287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11BD9-DA00-EA45-B8CF-EDDAEBF90673}" type="datetimeFigureOut">
              <a:rPr lang="en-CN" smtClean="0"/>
              <a:t>2025/12/11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91621-FF6B-D748-ACDC-10EC97BE485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44820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C57E-74DE-F8B5-DBAA-E9D4D47AE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5733"/>
            <a:ext cx="9144000" cy="2934230"/>
          </a:xfrm>
        </p:spPr>
        <p:txBody>
          <a:bodyPr/>
          <a:lstStyle/>
          <a:p>
            <a:r>
              <a:rPr lang="en-CN" dirty="0">
                <a:solidFill>
                  <a:srgbClr val="FF0000"/>
                </a:solidFill>
              </a:rPr>
              <a:t>WELCOME</a:t>
            </a:r>
            <a:br>
              <a:rPr lang="en-CN" dirty="0">
                <a:solidFill>
                  <a:srgbClr val="FF0000"/>
                </a:solidFill>
              </a:rPr>
            </a:br>
            <a:r>
              <a:rPr lang="en-CN" dirty="0">
                <a:solidFill>
                  <a:srgbClr val="FF0000"/>
                </a:solidFill>
              </a:rPr>
              <a:t>Agentic Ai chatbot using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03181-8FDB-ED27-AA73-9B5D3C18A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91288"/>
            <a:ext cx="9144000" cy="959555"/>
          </a:xfrm>
        </p:spPr>
        <p:txBody>
          <a:bodyPr/>
          <a:lstStyle/>
          <a:p>
            <a:r>
              <a:rPr lang="en-CN" dirty="0">
                <a:solidFill>
                  <a:srgbClr val="FF0000"/>
                </a:solidFill>
              </a:rPr>
              <a:t>Thành viên: Hoàng Việt Hưng - 20002057</a:t>
            </a:r>
          </a:p>
        </p:txBody>
      </p:sp>
    </p:spTree>
    <p:extLst>
      <p:ext uri="{BB962C8B-B14F-4D97-AF65-F5344CB8AC3E}">
        <p14:creationId xmlns:p14="http://schemas.microsoft.com/office/powerpoint/2010/main" val="169573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98333-E966-B0F9-6620-C82D6E10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E1F6E3-8AD1-A798-8B65-ECDD16C11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22"/>
            <a:ext cx="12192000" cy="6163734"/>
          </a:xfrm>
        </p:spPr>
      </p:pic>
    </p:spTree>
    <p:extLst>
      <p:ext uri="{BB962C8B-B14F-4D97-AF65-F5344CB8AC3E}">
        <p14:creationId xmlns:p14="http://schemas.microsoft.com/office/powerpoint/2010/main" val="196127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85A0-30D1-3D16-028F-962A5AA7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07E99-423A-F84A-22CB-E22E02D70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7244"/>
            <a:ext cx="11571111" cy="465102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3EA474-4CE9-79FE-77D3-AE8C6896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2273300"/>
            <a:ext cx="7772400" cy="2179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9E336D-5AB2-8DCD-5683-86D921D33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2279650"/>
            <a:ext cx="7772400" cy="218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7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BFB2-7860-A0EC-35A7-AA427ED7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7C2618-6324-4FD7-7624-785BA1FB1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24089"/>
            <a:ext cx="12192000" cy="4898682"/>
          </a:xfrm>
        </p:spPr>
      </p:pic>
    </p:spTree>
    <p:extLst>
      <p:ext uri="{BB962C8B-B14F-4D97-AF65-F5344CB8AC3E}">
        <p14:creationId xmlns:p14="http://schemas.microsoft.com/office/powerpoint/2010/main" val="409809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5AFC-04A9-DC19-01C2-B4C81D71D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6991C-4204-28CB-1B17-7274CACF5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27667"/>
            <a:ext cx="12112978" cy="4402666"/>
          </a:xfrm>
        </p:spPr>
      </p:pic>
    </p:spTree>
    <p:extLst>
      <p:ext uri="{BB962C8B-B14F-4D97-AF65-F5344CB8AC3E}">
        <p14:creationId xmlns:p14="http://schemas.microsoft.com/office/powerpoint/2010/main" val="3617474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3990-CF42-ABBC-6A45-3430ED1F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F6A20C-F22F-C536-6BCF-52ABEF228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1733"/>
            <a:ext cx="12192000" cy="4176889"/>
          </a:xfrm>
        </p:spPr>
      </p:pic>
    </p:spTree>
    <p:extLst>
      <p:ext uri="{BB962C8B-B14F-4D97-AF65-F5344CB8AC3E}">
        <p14:creationId xmlns:p14="http://schemas.microsoft.com/office/powerpoint/2010/main" val="62654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D71D-216B-1D27-62BB-71E95473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161688-703D-4AB8-BC55-1C04CC156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623" y="870882"/>
            <a:ext cx="10222753" cy="5503023"/>
          </a:xfrm>
        </p:spPr>
      </p:pic>
    </p:spTree>
    <p:extLst>
      <p:ext uri="{BB962C8B-B14F-4D97-AF65-F5344CB8AC3E}">
        <p14:creationId xmlns:p14="http://schemas.microsoft.com/office/powerpoint/2010/main" val="386962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2405-31B7-2DC1-6AFC-D448E86C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B9CF8-047D-0162-77D7-ADCACF0F0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0" lvl="8" indent="0">
              <a:buNone/>
            </a:pPr>
            <a:endParaRPr lang="en-CN" sz="3600" dirty="0"/>
          </a:p>
          <a:p>
            <a:pPr marL="3657600" lvl="8" indent="0">
              <a:buNone/>
            </a:pPr>
            <a:endParaRPr lang="en-CN" sz="3600" dirty="0"/>
          </a:p>
          <a:p>
            <a:pPr marL="3657600" lvl="8" indent="0">
              <a:buNone/>
            </a:pPr>
            <a:r>
              <a:rPr lang="en-CN" sz="6000">
                <a:solidFill>
                  <a:srgbClr val="FF0000"/>
                </a:solidFill>
              </a:rPr>
              <a:t>Thank </a:t>
            </a:r>
            <a:r>
              <a:rPr lang="en-CN" sz="6000" dirty="0">
                <a:solidFill>
                  <a:srgbClr val="FF0000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8822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</TotalTime>
  <Words>17</Words>
  <Application>Microsoft Macintosh PowerPoint</Application>
  <PresentationFormat>Widescreen</PresentationFormat>
  <Paragraphs>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WELCOME Agentic Ai chatbot using Rag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Agentic Ai chatbot using Rag</dc:title>
  <dc:creator>Viet Hoang Quoc</dc:creator>
  <cp:lastModifiedBy>Viet Hoang Quoc</cp:lastModifiedBy>
  <cp:revision>1</cp:revision>
  <dcterms:created xsi:type="dcterms:W3CDTF">2025-12-11T01:23:21Z</dcterms:created>
  <dcterms:modified xsi:type="dcterms:W3CDTF">2025-12-11T01:58:54Z</dcterms:modified>
</cp:coreProperties>
</file>